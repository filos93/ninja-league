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0" r:id="rId2"/>
    <p:sldId id="257" r:id="rId3"/>
    <p:sldId id="256" r:id="rId4"/>
    <p:sldId id="271" r:id="rId5"/>
    <p:sldId id="272" r:id="rId6"/>
    <p:sldId id="266" r:id="rId7"/>
    <p:sldId id="267" r:id="rId8"/>
    <p:sldId id="268" r:id="rId9"/>
    <p:sldId id="259" r:id="rId10"/>
    <p:sldId id="260" r:id="rId11"/>
    <p:sldId id="261" r:id="rId12"/>
    <p:sldId id="274" r:id="rId13"/>
    <p:sldId id="273" r:id="rId14"/>
    <p:sldId id="275" r:id="rId15"/>
    <p:sldId id="276" r:id="rId16"/>
    <p:sldId id="262" r:id="rId17"/>
  </p:sldIdLst>
  <p:sldSz cx="48006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905" userDrawn="1">
          <p15:clr>
            <a:srgbClr val="A4A3A4"/>
          </p15:clr>
        </p15:guide>
        <p15:guide id="3" pos="15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5" autoAdjust="0"/>
    <p:restoredTop sz="94660"/>
  </p:normalViewPr>
  <p:slideViewPr>
    <p:cSldViewPr snapToGrid="0" showGuides="1">
      <p:cViewPr varScale="1">
        <p:scale>
          <a:sx n="139" d="100"/>
          <a:sy n="139" d="100"/>
        </p:scale>
        <p:origin x="1608" y="96"/>
      </p:cViewPr>
      <p:guideLst>
        <p:guide orient="horz" pos="1134"/>
        <p:guide pos="905"/>
        <p:guide pos="1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45" y="589241"/>
            <a:ext cx="408051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075" y="1891070"/>
            <a:ext cx="360045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4903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997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41" y="897613"/>
            <a:ext cx="4140518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7541" y="2409469"/>
            <a:ext cx="4140518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8437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0041" y="958453"/>
            <a:ext cx="2040255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30304" y="958453"/>
            <a:ext cx="2040255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550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666" y="191691"/>
            <a:ext cx="4140518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0667" y="882610"/>
            <a:ext cx="2030879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0667" y="1315164"/>
            <a:ext cx="2030879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30304" y="882610"/>
            <a:ext cx="204088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30304" y="1315164"/>
            <a:ext cx="2040880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0580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8081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851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667" y="240030"/>
            <a:ext cx="154831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0880" y="518399"/>
            <a:ext cx="2430304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0667" y="1080135"/>
            <a:ext cx="154831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493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667" y="240030"/>
            <a:ext cx="154831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40880" y="518399"/>
            <a:ext cx="2430304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0667" y="1080135"/>
            <a:ext cx="154831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7210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477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35430" y="191691"/>
            <a:ext cx="1035129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0041" y="191691"/>
            <a:ext cx="3045381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359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0041" y="191691"/>
            <a:ext cx="414051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0041" y="958453"/>
            <a:ext cx="414051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0041" y="3337084"/>
            <a:ext cx="1080135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5F9F27-6559-452E-BA50-91AAD535789A}" type="datetimeFigureOut">
              <a:rPr lang="it-IT" smtClean="0"/>
              <a:t>13/09/2026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0199" y="3337084"/>
            <a:ext cx="162020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90424" y="3337084"/>
            <a:ext cx="1080135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66E30-E34C-4156-A463-506294C3E0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1652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03B83F-7601-B3FF-8B3C-A59A704341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599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97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979E5C8-2DF8-7C7E-2F85-0D99CCCC4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2"/>
            <a:ext cx="4800600" cy="360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2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E5DB44-FA4D-9B08-FCEE-DC7ECECAB8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6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94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AD2D6B-ACDD-4439-0A9A-E636A4BDA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6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2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5ADDFE-F063-FD0F-B7B6-400A127A4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60" y="0"/>
            <a:ext cx="480044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0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718-D058-D58A-9C34-943A4A25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154875-EAED-181A-94C5-35BCF82FB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" y="0"/>
            <a:ext cx="4800599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4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C7CCA-156D-ED84-E49A-4AA5A162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76E059-B321-F98B-B718-14E6CA80C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599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94D8C-C092-680B-D888-C800C48FE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744B57-727C-3893-8DA9-247BA6682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6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89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CB71-2EA1-9970-EDF8-0DB9982B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A09E35-1830-87BA-3511-B402B14D6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6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14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7011-1837-4C51-B017-777AD2C7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B49DDC-836C-C98F-B246-C3E901574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6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98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181E-0112-9DC4-0443-B6092C3F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65DB71-7D94-51FA-21B9-BA7D7FD20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599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13CD-2D6B-B7E0-7897-F265D51D4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5412D7-7F82-6C1F-7505-3AFC5513A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599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53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125D-6F19-7143-EC16-EB1BD93C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D998F8-FD37-C6FB-BFC3-07E6EC0CCB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599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74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9130-8968-9301-78D5-C3B1223DF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41" y="197199"/>
            <a:ext cx="4140518" cy="695921"/>
          </a:xfrm>
        </p:spPr>
        <p:txBody>
          <a:bodyPr/>
          <a:lstStyle/>
          <a:p>
            <a:endParaRPr lang="it-IT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C7AFA96-7564-D5DD-DE20-24B44BEE7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599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675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429C-B09F-2E1D-1559-1D8EAA60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1EF4E3-4E51-DE8B-051A-6C163F39A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00599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9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5A6F7-5CF5-B67E-903B-1458A24B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BD68-E4D4-953D-0609-A00247018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724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la greca</dc:creator>
  <cp:lastModifiedBy>filippo la greca</cp:lastModifiedBy>
  <cp:revision>10</cp:revision>
  <dcterms:created xsi:type="dcterms:W3CDTF">2026-09-12T18:59:06Z</dcterms:created>
  <dcterms:modified xsi:type="dcterms:W3CDTF">2026-09-13T16:41:53Z</dcterms:modified>
</cp:coreProperties>
</file>